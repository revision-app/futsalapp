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532D"/>
          </a:solidFill>
          <a:ln>
            <a:solidFill>
              <a:srgbClr val="FFFFF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320040" y="9144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01600" rIns="152400" bIns="101600" anchor="t"/>
          <a:lstStyle/>
          <a:p>
            <a:r>
              <a:rPr lang="ja-JP" sz="2200" dirty="0" b="1">
                <a:solidFill>
                  <a:srgbClr val="FFFFFF"/>
                </a:solidFill>
                <a:latin typeface="Yu Gothic"/>
                <a:ea typeface="Yu Gothic"/>
              </a:rPr>
              <a:t>???????? ?????????????</a:t>
            </a:r>
            <a:endParaRPr lang="ja-JP" sz="2200" dirty="0"/>
          </a:p>
        </p:txBody>
      </p:sp>
      <p:sp>
        <p:nvSpPr>
          <p:cNvPr id="5" name="TextBox 5"/>
          <p:cNvSpPr txBox="1"/>
          <p:nvPr/>
        </p:nvSpPr>
        <p:spPr>
          <a:xfrm>
            <a:off x="8732520" y="137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01600" rIns="152400" bIns="101600" anchor="t"/>
          <a:lstStyle/>
          <a:p>
            <a:r>
              <a:rPr lang="ja-JP" sz="1200" dirty="0">
                <a:solidFill>
                  <a:srgbClr val="DCFCE7"/>
                </a:solidFill>
                <a:latin typeface="Yu Gothic"/>
                <a:ea typeface="Yu Gothic"/>
              </a:rPr>
              <a:t>Railway Hobby / ?15???</a:t>
            </a:r>
            <a:endParaRPr lang="ja-JP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411480" y="777240"/>
            <a:ext cx="37033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BF7D0"/>
            </a:solidFill>
          </a:ln>
        </p:spPr>
        <p:txBody>
          <a:bodyPr wrap="square" lIns="152400" tIns="101600" rIns="152400" bIns="101600" anchor="t"/>
          <a:lstStyle/>
          <a:p>
            <a:r>
              <a:rPr lang="ja-JP" sz="1300" dirty="0" b="1">
                <a:solidFill>
                  <a:srgbClr val="111827"/>
                </a:solidFill>
                <a:latin typeface="Yu Gothic"/>
                <a:ea typeface="Yu Gothic"/>
              </a:rPr>
              <a:t>??????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????: $5??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Hobby Plan? $5/? ???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$5??????????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$5???????????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?: ??? $7 ? ?? $7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/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??RAM: DB 41MB + App 88MB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?? ?129MB ??????</a:t>
            </a:r>
            <a:endParaRPr lang="ja-JP" sz="1300" dirty="0"/>
          </a:p>
          <a:p>
            <a:r>
              <a:rPr lang="ja-JP" sz="1300" dirty="0">
                <a:solidFill>
                  <a:srgbClr val="111827"/>
                </a:solidFill>
                <a:latin typeface="Yu Gothic"/>
                <a:ea typeface="Yu Gothic"/>
              </a:rPr>
              <a:t>15????? $5????????</a:t>
            </a:r>
            <a:endParaRPr lang="ja-JP" sz="1300" dirty="0"/>
          </a:p>
        </p:txBody>
      </p:sp>
      <p:sp>
        <p:nvSpPr>
          <p:cNvPr id="7" name="TextBox 7"/>
          <p:cNvSpPr txBox="1"/>
          <p:nvPr/>
        </p:nvSpPr>
        <p:spPr>
          <a:xfrm>
            <a:off x="4297680" y="777240"/>
            <a:ext cx="315468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txBody>
          <a:bodyPr wrap="square" lIns="152400" tIns="101600" rIns="152400" bIns="101600" anchor="t"/>
          <a:lstStyle/>
          <a:p>
            <a:r>
              <a:rPr lang="ja-JP" sz="1200" dirty="0" b="1">
                <a:solidFill>
                  <a:srgbClr val="111827"/>
                </a:solidFill>
                <a:latin typeface="Yu Gothic"/>
                <a:ea typeface="Yu Gothic"/>
              </a:rPr>
              <a:t>?????????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???/?????????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???/???????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?????????????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/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??????????????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?1???????????</a:t>
            </a:r>
            <a:endParaRPr lang="ja-JP" sz="1200" dirty="0"/>
          </a:p>
        </p:txBody>
      </p:sp>
      <p:sp>
        <p:nvSpPr>
          <p:cNvPr id="8" name="TextBox 8"/>
          <p:cNvSpPr txBox="1"/>
          <p:nvPr/>
        </p:nvSpPr>
        <p:spPr>
          <a:xfrm>
            <a:off x="7635240" y="777240"/>
            <a:ext cx="41605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ED7AA"/>
            </a:solidFill>
          </a:ln>
        </p:spPr>
        <p:txBody>
          <a:bodyPr wrap="square" lIns="152400" tIns="101600" rIns="152400" bIns="101600" anchor="t"/>
          <a:lstStyle/>
          <a:p>
            <a:r>
              <a:rPr lang="ja-JP" sz="1200" dirty="0" b="1">
                <a:solidFill>
                  <a:srgbClr val="111827"/>
                </a:solidFill>
                <a:latin typeface="Yu Gothic"/>
                <a:ea typeface="Yu Gothic"/>
              </a:rPr>
              <a:t>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Railway: $5?? / 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Render: $13?? / 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DigitalOcean: $12?? / 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Heroku: $12?? / 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Fly.io: $5????? / 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Railway + Neon DB: ??? / 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/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?????? Railway ????????</a:t>
            </a:r>
            <a:endParaRPr lang="ja-JP" sz="1200" dirty="0"/>
          </a:p>
          <a:p>
            <a:r>
              <a:rPr lang="ja-JP" sz="1200" dirty="0">
                <a:solidFill>
                  <a:srgbClr val="111827"/>
                </a:solidFill>
                <a:latin typeface="Yu Gothic"/>
                <a:ea typeface="Yu Gothic"/>
              </a:rPr>
              <a:t>???????????????????</a:t>
            </a:r>
            <a:endParaRPr lang="ja-JP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411480" y="5413248"/>
            <a:ext cx="11384280" cy="640080"/>
          </a:xfrm>
          <a:prstGeom prst="roundRect">
            <a:avLst/>
          </a:prstGeom>
          <a:solidFill>
            <a:srgbClr val="14532D"/>
          </a:solidFill>
          <a:ln w="9525">
            <a:solidFill>
              <a:srgbClr val="14532D"/>
            </a:solidFill>
          </a:ln>
        </p:spPr>
        <p:txBody>
          <a:bodyPr wrap="square" lIns="152400" tIns="101600" rIns="152400" bIns="101600" anchor="t"/>
          <a:lstStyle/>
          <a:p>
            <a:r>
              <a:rPr lang="ja-JP" sz="1300" dirty="0" b="1">
                <a:solidFill>
                  <a:srgbClr val="FFFFFF"/>
                </a:solidFill>
                <a:latin typeface="Yu Gothic"/>
                <a:ea typeface="Yu Gothic"/>
              </a:rPr>
              <a:t>????????: ????$5?????????????????????????????????????????????</a:t>
            </a:r>
            <a:endParaRPr lang="ja-JP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14532D"/>
      </a:accent1>
      <a:accent2>
        <a:srgbClr val="2563EB"/>
      </a:accent2>
      <a:accent3>
        <a:srgbClr val="F97316"/>
      </a:accent3>
      <a:accent4>
        <a:srgbClr val="16A34A"/>
      </a:accent4>
      <a:accent5>
        <a:srgbClr val="0F766E"/>
      </a:accent5>
      <a:accent6>
        <a:srgbClr val="7C3AED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  <Notes>0</Notes>
  <HiddenSlides>0</HiddenSlide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???????? ??????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???????? ??????</dc:title>
  <dc:creator>Codex</dc:creator>
  <cp:lastModifiedBy>Codex</cp:lastModifiedBy>
  <dcterms:created xsi:type="dcterms:W3CDTF">2026-05-16T14:57:56Z</dcterms:created>
  <dcterms:modified xsi:type="dcterms:W3CDTF">2026-05-16T14:57:56Z</dcterms:modified>
</cp:coreProperties>
</file>